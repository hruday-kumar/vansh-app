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Vansh App – Technical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Debugging journey: Vriksha tree, API correctness, caching, and uploads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89920" cy="219456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From ‘flat &amp; wrong’ → correct, dynamic,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6B65"/>
                </a:solidFill>
              </a:defRPr>
            </a:pPr>
            <a:r>
              <a:t>React Native (Expo) • TypeScript • Express/MySQL • Graph layout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Key pieces involved in the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51206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Frontend (Expo)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Vriksha: renders family tree layout + connectors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Katha: audio record → multipart upload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Settings: simplified UX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State: Zustand stores + 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5029200" cy="512064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Backend (Express + MySQL)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Members + Relationships endpoints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Relationship direction reversal per requester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Cache-control to avoid stale data (304)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DB constraints (ENUM) &amp; normalization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Observed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What the app showed during debugging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669280" cy="4480560"/>
          </a:xfrm>
          <a:prstGeom prst="roundRect">
            <a:avLst/>
          </a:prstGeom>
          <a:solidFill>
            <a:srgbClr val="F5EFE1"/>
          </a:solidFill>
          <a:ln>
            <a:solidFill>
              <a:srgbClr val="E0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6E6B65"/>
                </a:solidFill>
              </a:rPr>
              <a:t>Drop screenshot here:
01_tree_fixed.png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E6B65"/>
                </a:solidFill>
              </a:rPr>
              <a:t>Tree after fixes (dynamic leveling + spouse/child placement)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4663440" cy="4480560"/>
          </a:xfrm>
          <a:prstGeom prst="roundRect">
            <a:avLst/>
          </a:prstGeom>
          <a:solidFill>
            <a:srgbClr val="F5EFE1"/>
          </a:solidFill>
          <a:ln>
            <a:solidFill>
              <a:srgbClr val="E0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69164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6E6B65"/>
                </a:solidFill>
              </a:rPr>
              <a:t>Drop screenshot here:
04_network_error_before.png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0350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E6B65"/>
                </a:solidFill>
              </a:rPr>
              <a:t>Example error state captured during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B65"/>
                </a:solidFill>
              </a:defRPr>
            </a:pPr>
            <a:r>
              <a:t>Screenshots auto-embed from docs/ppt/images (placeholders shown if missing).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Challenges Encountered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What broke and why it mattered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972800" cy="539496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Family tree rendered as a flat row (no hierarchy)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Tree appeared upside down (descendants at top)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No relationships persisted in DB → ‘Relationships found: 0’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Endpoint inconsistency: /members vs /members/:id/relationships returned different semantics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HTTP 304 caching caused stale relationship types on device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Audio upload failing (‘Network request failed’)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Root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What the debugging proved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291840" cy="868680"/>
          </a:xfrm>
          <a:prstGeom prst="round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Relationships weren’t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842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Data correctness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291840" cy="868680"/>
          </a:xfrm>
          <a:prstGeom prst="round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Type reversal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Semantics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291840" cy="868680"/>
          </a:xfrm>
          <a:prstGeom prst="roundRect">
            <a:avLst/>
          </a:prstGeom>
          <a:solidFill>
            <a:srgbClr val="8C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002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304 returned stale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842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Caching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10972800" cy="429768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8036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DB ENUM rejected detailed types like 'wife'/'son' → insert error, orphan members created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getRelationships endpoint returned raw DB relationship_type (not reversed per requester)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Client cached responses; UI used old relationship direction/type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Tree can only be ‘dynamic’ if relationships are persisted + normalized and the graph is built from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Solutions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Fixes across frontend, backend, and 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972800" cy="292608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Graph layout: BFS generation leveling (parents gen-1, children gen+1, spouse same gen)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Backend: consistent relationship reversal in both endpoints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Backend: Cache-Control headers to prevent stale 304 behavior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Backend: map detailed relationship types → base ENUM; store detailed in relationship_subtype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Frontend: audio upload fixed by not forcing multipart Content-Type (boundary required)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5669280" cy="1874519"/>
          </a:xfrm>
          <a:prstGeom prst="roundRect">
            <a:avLst/>
          </a:prstGeom>
          <a:solidFill>
            <a:srgbClr val="F5EFE1"/>
          </a:solidFill>
          <a:ln>
            <a:solidFill>
              <a:srgbClr val="E0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6E6B65"/>
                </a:solidFill>
              </a:rPr>
              <a:t>Drop screenshot here:
02_audio_upload_fixed.png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92239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E6B65"/>
                </a:solidFill>
              </a:rPr>
              <a:t>Katha upload working after multipart header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526280"/>
            <a:ext cx="4663440" cy="1874519"/>
          </a:xfrm>
          <a:prstGeom prst="roundRect">
            <a:avLst/>
          </a:prstGeom>
          <a:solidFill>
            <a:srgbClr val="F5EFE1"/>
          </a:solidFill>
          <a:ln>
            <a:solidFill>
              <a:srgbClr val="E0D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475488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6E6B65"/>
                </a:solidFill>
              </a:rPr>
              <a:t>Drop screenshot here:
03_settings_simplified.png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92239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E6B65"/>
                </a:solidFill>
              </a:rPr>
              <a:t>Settings simplified to essentials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Tree Layout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Normalized graph → deterministic positioning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972800" cy="539496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Input: members + relationships (normalized: parent/child/spouse/sibling)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Build adjacency lists for each node (parents, children, spouses)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BFS from root: assign generations (Y levels) and normalize so minGen = 0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Create spouse ‘family units’ and compute subtree widths bottom-up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Assign X positions top-down using subtree widths (avoids overlap)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Render orthogonal connectors (married + parent-child)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Technical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What this taught me (practical takeaways)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972800" cy="539496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Data model first: UI correctness depends on persisted relationship truth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Normalize at the boundary: store base types + detailed subtype, not free-form strings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API symmetry matters: all endpoints must agree on semantics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Disable/handle caching during rapid iteration (304 can sabotage debugging)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Multipart uploads: never hardcode boundary Content-Type in React Native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Add logs where state transforms (DB → API → store → layout)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9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Next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To make this production-hard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972800" cy="539496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EB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02124"/>
                </a:solidFill>
              </a:defRPr>
            </a:pPr>
            <a:r>
              <a:t>Validate relationship creation server-side (reject cycles if desired)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Enforce uniqueness constraints per direction + subtype rules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Add integration tests for relationship semantics + reversal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Add optimistic UI updates after add-member + relationship POST</a:t>
            </a:r>
          </a:p>
          <a:p>
            <a:pPr>
              <a:defRPr sz="1800">
                <a:solidFill>
                  <a:srgbClr val="202124"/>
                </a:solidFill>
              </a:defRPr>
            </a:pPr>
            <a:r>
              <a:t>Add retry/backoff + clearer upload error details (status/body logging)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